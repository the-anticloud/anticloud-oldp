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Enterprise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OLDP | Category: LEGAL_TECH</a:t>
            </a:r>
          </a:p>
          <a:p>
            <a:r>
              <a:rPr sz="1400"/>
              <a:t>Upstream: https://github.com/openlegaldata/oldp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enterprise for the Anticloud integration of OLDP.</a:t>
            </a:r>
          </a:p>
          <a:p>
            <a:r>
              <a:rPr sz="1400"/>
              <a:t>Open legal data platform: court decisions, laws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OLDP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